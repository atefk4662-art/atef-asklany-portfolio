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63" r:id="rId3"/>
    <p:sldId id="264" r:id="rId4"/>
    <p:sldId id="265" r:id="rId5"/>
    <p:sldId id="266" r:id="rId6"/>
    <p:sldId id="257" r:id="rId7"/>
    <p:sldId id="259" r:id="rId8"/>
    <p:sldId id="258" r:id="rId9"/>
    <p:sldId id="261" r:id="rId10"/>
    <p:sldId id="26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87" d="100"/>
          <a:sy n="87" d="100"/>
        </p:scale>
        <p:origin x="7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6/11/relationships/changesInfo" Target="changesInfos/changesInfo1.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4/13/2026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t>
            </a:r>
            <a:r>
              <a:rPr lang="en-US" dirty="0" smtClean="0"/>
              <a:t>Analytics </a:t>
            </a:r>
            <a:r>
              <a:rPr lang="en-US" dirty="0"/>
              <a:t>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Business Problem</a:t>
            </a:r>
            <a:endParaRPr lang="en-US" dirty="0"/>
          </a:p>
        </p:txBody>
      </p:sp>
      <p:sp>
        <p:nvSpPr>
          <p:cNvPr id="3" name="Content Placeholder 2"/>
          <p:cNvSpPr>
            <a:spLocks noGrp="1"/>
          </p:cNvSpPr>
          <p:nvPr>
            <p:ph idx="1"/>
          </p:nvPr>
        </p:nvSpPr>
        <p:spPr/>
        <p:txBody>
          <a:bodyPr>
            <a:normAutofit fontScale="55000" lnSpcReduction="20000"/>
          </a:bodyPr>
          <a:lstStyle/>
          <a:p>
            <a:pPr>
              <a:lnSpc>
                <a:spcPct val="170000"/>
              </a:lnSpc>
            </a:pPr>
            <a:r>
              <a:rPr lang="en-US" dirty="0" err="1" smtClean="0"/>
              <a:t>ShopEasy</a:t>
            </a:r>
            <a:r>
              <a:rPr lang="en-US" dirty="0" smtClean="0"/>
              <a:t> </a:t>
            </a:r>
            <a:r>
              <a:rPr lang="en-US" dirty="0"/>
              <a:t>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marL="0" indent="0">
              <a:lnSpc>
                <a:spcPct val="170000"/>
              </a:lnSpc>
              <a:buNone/>
            </a:pPr>
            <a:r>
              <a:rPr lang="en-US" dirty="0" smtClean="0"/>
              <a:t> </a:t>
            </a:r>
            <a:r>
              <a:rPr lang="en-US" b="1" dirty="0" smtClean="0"/>
              <a:t>Key </a:t>
            </a:r>
            <a:r>
              <a:rPr lang="en-US" b="1" dirty="0"/>
              <a:t>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a:p>
            <a:endParaRPr lang="en-US" dirty="0"/>
          </a:p>
        </p:txBody>
      </p:sp>
    </p:spTree>
    <p:extLst>
      <p:ext uri="{BB962C8B-B14F-4D97-AF65-F5344CB8AC3E}">
        <p14:creationId xmlns:p14="http://schemas.microsoft.com/office/powerpoint/2010/main" val="1657947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t>Subject: Request </a:t>
            </a:r>
            <a:r>
              <a:rPr lang="en-US" sz="3600" b="1" dirty="0" smtClean="0"/>
              <a:t>from </a:t>
            </a:r>
            <a:r>
              <a:rPr lang="en-US" sz="3600" b="1" dirty="0"/>
              <a:t>Marketing Manager at </a:t>
            </a:r>
            <a:r>
              <a:rPr lang="en-US" sz="3600" b="1" dirty="0" err="1" smtClean="0"/>
              <a:t>ShopEasy</a:t>
            </a:r>
            <a:r>
              <a:rPr lang="en-US" sz="3600" b="1" dirty="0" smtClean="0"/>
              <a:t> to </a:t>
            </a:r>
            <a:r>
              <a:rPr lang="en-US" sz="3600" b="1" dirty="0"/>
              <a:t>Improve Marketing Strategy</a:t>
            </a:r>
          </a:p>
        </p:txBody>
      </p:sp>
      <p:sp>
        <p:nvSpPr>
          <p:cNvPr id="3" name="Content Placeholder 2"/>
          <p:cNvSpPr>
            <a:spLocks noGrp="1"/>
          </p:cNvSpPr>
          <p:nvPr>
            <p:ph idx="1"/>
          </p:nvPr>
        </p:nvSpPr>
        <p:spPr/>
        <p:txBody>
          <a:bodyPr>
            <a:normAutofit fontScale="40000" lnSpcReduction="20000"/>
          </a:bodyPr>
          <a:lstStyle/>
          <a:p>
            <a:pPr marL="0" indent="0">
              <a:lnSpc>
                <a:spcPct val="170000"/>
              </a:lnSpc>
              <a:buNone/>
            </a:pPr>
            <a:r>
              <a:rPr lang="en-US" dirty="0"/>
              <a:t>Hi </a:t>
            </a:r>
            <a:r>
              <a:rPr lang="en-US" dirty="0" err="1" smtClean="0"/>
              <a:t>atef</a:t>
            </a:r>
            <a:r>
              <a:rPr lang="en-US" dirty="0" smtClean="0"/>
              <a:t> </a:t>
            </a:r>
            <a:r>
              <a:rPr lang="en-US" dirty="0" err="1" smtClean="0"/>
              <a:t>asklany</a:t>
            </a:r>
            <a:r>
              <a:rPr lang="en-US" dirty="0" smtClean="0"/>
              <a:t>,</a:t>
            </a:r>
            <a:endParaRPr lang="en-US" dirty="0"/>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endParaRPr lang="en-US" dirty="0"/>
          </a:p>
        </p:txBody>
      </p:sp>
    </p:spTree>
    <p:extLst>
      <p:ext uri="{BB962C8B-B14F-4D97-AF65-F5344CB8AC3E}">
        <p14:creationId xmlns:p14="http://schemas.microsoft.com/office/powerpoint/2010/main" val="777536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Performance Indicators (KPIs</a:t>
            </a:r>
            <a:r>
              <a:rPr lang="en-US" b="1" dirty="0" smtClean="0"/>
              <a:t>):</a:t>
            </a:r>
            <a:endParaRPr lang="en-US" dirty="0"/>
          </a:p>
        </p:txBody>
      </p:sp>
      <p:sp>
        <p:nvSpPr>
          <p:cNvPr id="3" name="Content Placeholder 2"/>
          <p:cNvSpPr>
            <a:spLocks noGrp="1"/>
          </p:cNvSpPr>
          <p:nvPr>
            <p:ph idx="1"/>
          </p:nvPr>
        </p:nvSpPr>
        <p:spPr/>
        <p:txBody>
          <a:bodyPr>
            <a:normAutofit fontScale="85000" lnSpcReduction="2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a:p>
            <a:endParaRPr lang="en-US" dirty="0"/>
          </a:p>
        </p:txBody>
      </p:sp>
    </p:spTree>
    <p:extLst>
      <p:ext uri="{BB962C8B-B14F-4D97-AF65-F5344CB8AC3E}">
        <p14:creationId xmlns:p14="http://schemas.microsoft.com/office/powerpoint/2010/main" val="1272571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Goals:</a:t>
            </a:r>
            <a:endParaRPr lang="en-US" b="1" dirty="0"/>
          </a:p>
        </p:txBody>
      </p:sp>
      <p:sp>
        <p:nvSpPr>
          <p:cNvPr id="3" name="Content Placeholder 2"/>
          <p:cNvSpPr>
            <a:spLocks noGrp="1"/>
          </p:cNvSpPr>
          <p:nvPr>
            <p:ph idx="1"/>
          </p:nvPr>
        </p:nvSpPr>
        <p:spPr/>
        <p:txBody>
          <a:bodyPr>
            <a:normAutofit fontScale="47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a:p>
            <a:endParaRPr lang="en-US" dirty="0"/>
          </a:p>
        </p:txBody>
      </p:sp>
    </p:spTree>
    <p:extLst>
      <p:ext uri="{BB962C8B-B14F-4D97-AF65-F5344CB8AC3E}">
        <p14:creationId xmlns:p14="http://schemas.microsoft.com/office/powerpoint/2010/main" val="188617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0000" lnSpcReduction="20000"/>
          </a:bodyPr>
          <a:lstStyle/>
          <a:p>
            <a:pPr>
              <a:lnSpc>
                <a:spcPct val="160000"/>
              </a:lnSpc>
            </a:pPr>
            <a:r>
              <a:rPr lang="en-US" sz="2600" b="1" dirty="0"/>
              <a:t>Decreased Conversion Rates: </a:t>
            </a:r>
            <a:r>
              <a:rPr lang="en-US" sz="2000" dirty="0"/>
              <a:t>The conversion rate demonstrated a strong rebound in December, reaching 10.2%, despite a notable dip to 5.0% in October.</a:t>
            </a:r>
          </a:p>
          <a:p>
            <a:pPr>
              <a:lnSpc>
                <a:spcPct val="160000"/>
              </a:lnSpc>
            </a:pPr>
            <a:r>
              <a:rPr lang="en-US" sz="26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6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325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475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325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3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117</TotalTime>
  <Words>1230</Words>
  <Application>Microsoft Office PowerPoint</Application>
  <PresentationFormat>Widescreen</PresentationFormat>
  <Paragraphs>80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Data Presentation</vt:lpstr>
      <vt:lpstr>Introduction to Business Problem</vt:lpstr>
      <vt:lpstr>Subject: Request from Marketing Manager at ShopEasy to Improve Marketing Strategy</vt:lpstr>
      <vt:lpstr>Key Performance Indicators (KPIs):</vt:lpstr>
      <vt:lpstr>Goals:</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Presentation</dc:title>
  <dc:creator>Ali Ahmad</dc:creator>
  <cp:lastModifiedBy>Maher</cp:lastModifiedBy>
  <cp:revision>3</cp:revision>
  <dcterms:created xsi:type="dcterms:W3CDTF">2024-09-03T15:16:05Z</dcterms:created>
  <dcterms:modified xsi:type="dcterms:W3CDTF">2026-04-13T06:49:55Z</dcterms:modified>
</cp:coreProperties>
</file>